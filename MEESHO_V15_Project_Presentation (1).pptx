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esh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39" y="411481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262630"/>
                </a:solidFill>
                <a:latin typeface="Aptos"/>
              </a:defRPr>
            </a:pPr>
            <a:r>
              <a:rPr dirty="0"/>
              <a:t>MEESHO-STYLE</a:t>
            </a:r>
          </a:p>
          <a:p>
            <a:pPr>
              <a:spcAft>
                <a:spcPts val="700"/>
              </a:spcAft>
              <a:defRPr sz="3400" b="1">
                <a:solidFill>
                  <a:srgbClr val="262630"/>
                </a:solidFill>
                <a:latin typeface="Aptos"/>
              </a:defRPr>
            </a:pPr>
            <a:r>
              <a:rPr dirty="0"/>
              <a:t>E-COMMERCE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EE2D91"/>
                </a:solidFill>
                <a:latin typeface="Aptos"/>
              </a:defRPr>
            </a:pPr>
            <a:r>
              <a:t>Project Presentation • MEESHO V15.0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5F5F6E"/>
                </a:solidFill>
                <a:latin typeface="Aptos"/>
              </a:defRPr>
            </a:pPr>
            <a:r>
              <a:t>A front-end educational demo covering product discovery, cart, checkout, payment flow and order management.</a:t>
            </a:r>
          </a:p>
        </p:txBody>
      </p:sp>
      <p:pic>
        <p:nvPicPr>
          <p:cNvPr id="6" name="Picture 5" descr="home-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4800599"/>
            <a:ext cx="60350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F5F6E"/>
                </a:solidFill>
                <a:latin typeface="Aptos"/>
              </a:defRPr>
            </a:pPr>
            <a:r>
              <a:t>MEESHO V15.0 •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A multi-page e-commerce marketplace interface inspired by common Indian online-shopping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5856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Combines a product catalogue with shopping, account, seller and support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08375"/>
            <a:ext cx="104241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 Built as a front-end demonstration</a:t>
            </a:r>
            <a:r>
              <a:rPr lang="en-US" dirty="0"/>
              <a:t> &amp;</a:t>
            </a:r>
            <a:r>
              <a:rPr dirty="0"/>
              <a:t> </a:t>
            </a:r>
            <a:r>
              <a:rPr lang="en-US" dirty="0"/>
              <a:t>I</a:t>
            </a:r>
            <a:r>
              <a:rPr dirty="0"/>
              <a:t>t is </a:t>
            </a:r>
            <a:r>
              <a:rPr lang="en-US" dirty="0"/>
              <a:t>for the further project demonstrations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58183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 Purpose: demonstrate web UI design, client-side interactions and a complete shopping journey.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Users need a clear way to browse products, compare prices and discover categories.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Shopping journeys should connect product details, wishlist, cart, checkout and order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5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Build a responsive interface with understandable navigation and consistent page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Demonstrate common marketplace workflows without a production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HTML5 — page structure and semantic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CSS3 — layout, styling, responsive rules, transitions and animation.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5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JavaScript — search, filters, cart updates, wishlist and demo checkout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 Bootstrap 5.3 and Bootstrap Icons — layout utilities and interface icons</a:t>
            </a:r>
            <a:r>
              <a:rPr lang="en-US" dirty="0"/>
              <a:t> &amp; all can be done by passing CDN(Content Delivery Network) in the website or any webpage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LocalStorage</a:t>
            </a:r>
            <a:r>
              <a:rPr dirty="0"/>
              <a:t> — persists demo cart, </a:t>
            </a:r>
            <a:r>
              <a:rPr dirty="0" err="1"/>
              <a:t>wishlist</a:t>
            </a:r>
            <a:r>
              <a:rPr dirty="0"/>
              <a:t>, theme, authentication and order state in the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Home Page —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F5F6E"/>
                </a:solidFill>
                <a:latin typeface="Aptos"/>
              </a:defRPr>
            </a:pPr>
            <a:r>
              <a:t>Illustrative output image based on the project pages and included product assets</a:t>
            </a:r>
          </a:p>
        </p:txBody>
      </p:sp>
      <p:pic>
        <p:nvPicPr>
          <p:cNvPr id="4" name="Picture 3" descr="home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7315200" cy="4636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4813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Marketplace 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4414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Search and primary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4015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Promotional hero and product discovery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Product Catalogue — Output</a:t>
            </a:r>
          </a:p>
        </p:txBody>
      </p:sp>
      <p:pic>
        <p:nvPicPr>
          <p:cNvPr id="3" name="Picture 2" descr="products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7315200" cy="46360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4813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Product cards with names and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24414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Catalogue browsing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401568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Supports sorting and filters in the project</a:t>
            </a:r>
            <a:r>
              <a:rPr lang="en-US" dirty="0"/>
              <a:t>  according to the user preferences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Categories &amp; Search — Output</a:t>
            </a:r>
          </a:p>
        </p:txBody>
      </p:sp>
      <p:pic>
        <p:nvPicPr>
          <p:cNvPr id="3" name="Picture 2" descr="categories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7315200" cy="46360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4813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Category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24414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Search results and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4015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Price, rating, discount and seller filters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Product Details — Output</a:t>
            </a:r>
          </a:p>
        </p:txBody>
      </p:sp>
      <p:pic>
        <p:nvPicPr>
          <p:cNvPr id="3" name="Picture 2" descr="details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7315200" cy="46360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4813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Product information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24414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Image switching / quick view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4015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Add-to-cart and wishlist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Cart &amp; Wishlist — Output</a:t>
            </a:r>
          </a:p>
        </p:txBody>
      </p:sp>
      <p:pic>
        <p:nvPicPr>
          <p:cNvPr id="3" name="Picture 2" descr="car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7315200" cy="46360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4813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Cart quantity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24414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Remove items and calculate totals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401568"/>
            <a:ext cx="3383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Subtotal, discounts, delivery and grand total</a:t>
            </a:r>
            <a:r>
              <a:rPr lang="en-US" dirty="0"/>
              <a:t>  and coupon codes also working by passing default coupon codes by the user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Checkout &amp; Payment — Output</a:t>
            </a:r>
          </a:p>
        </p:txBody>
      </p:sp>
      <p:pic>
        <p:nvPicPr>
          <p:cNvPr id="3" name="Picture 2" descr="checkou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7315200" cy="46360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4813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Address selection and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2441448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UPI, card and cash-on-delivery </a:t>
            </a:r>
            <a:r>
              <a:rPr lang="en-US" dirty="0"/>
              <a:t>&amp; UPI payments can be directly transferred to the product vendor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183879" y="340156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Checkout guarded when cart is empty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Order Confirmation — Output</a:t>
            </a:r>
          </a:p>
        </p:txBody>
      </p:sp>
      <p:pic>
        <p:nvPicPr>
          <p:cNvPr id="3" name="Picture 2" descr="success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7315200" cy="46360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148132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Demo order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2441448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t>• Orders and tracking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401568"/>
            <a:ext cx="3383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No real order or payment is submitted</a:t>
            </a:r>
            <a:r>
              <a:rPr lang="en-US" dirty="0"/>
              <a:t> as this page is only for demo project 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Other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Login, signup and OTP demo flow (demo OTP documented as 123456).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Profile and saved addresses.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5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Notifications, offers, returns and order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Seller information / seller onboarding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104241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rPr dirty="0"/>
              <a:t>•  Help, contact, about, privacy policy, terms and 404 page</a:t>
            </a:r>
            <a:r>
              <a:rPr lang="en-US" dirty="0"/>
              <a:t>(When the page is not loaded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System Flow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User interface: HTML pages and reusable visual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Presentation layer: CSS, responsive styling and animation effects.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5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Interaction layer: JavaScript modules for search, cart, wishlist, checkout and orders.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Browser storage: LocalStorage keeps demo state on the current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Limitation: no production API, server database, account service or payment gateway.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Navigate through key pages: home, products, details, cart, checkout and order confirmation.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Check product search, category filtering, sorting and price/rating filters.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5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Verify add/remove wishlist, cart quantity changes and totals.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Check empty-cart guards and demo checkout/payment selection.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Test page layout at desktop and mobile viewport sizes; verify CDN-dependent assets when online.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Current version is a client-side educational demo; payment and orders are not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Connect secure backend APIs and a database for users, products, inventory and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5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Integrate a compliant payment gateway and server-side order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58183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Add admin dashboard, seller inventory tools, authentication security and automated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07992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Improve accessibility, performance, product image coverage and deployment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E2D9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The project demonstrates the major screens and interactions of an online marketplace.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5856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It covers discovery through checkout, along with user, seller and support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08375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62630"/>
                </a:solidFill>
                <a:latin typeface="Aptos"/>
              </a:defRPr>
            </a:pPr>
            <a:r>
              <a:t>•  The modular HTML/CSS/JavaScript structure provides a base for future full-stack development.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64661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4200" b="1">
                <a:solidFill>
                  <a:srgbClr val="EE2D91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1040" y="140060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62630"/>
                </a:solidFill>
                <a:latin typeface="Aptos"/>
              </a:defRPr>
            </a:pPr>
            <a:r>
              <a:rPr dirty="0"/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040" y="200111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5F5F6E"/>
                </a:solidFill>
                <a:latin typeface="Aptos"/>
              </a:defRPr>
            </a:pPr>
            <a:r>
              <a:t>MEESHO V15.0 • Educational front-end marketplace demo</a:t>
            </a:r>
          </a:p>
        </p:txBody>
      </p:sp>
      <p:pic>
        <p:nvPicPr>
          <p:cNvPr id="5" name="Picture 4" descr="products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" y="2811534"/>
            <a:ext cx="11874419" cy="3825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794</Words>
  <Application>Microsoft Office PowerPoint</Application>
  <PresentationFormat>Widescreen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Korivi Yaswanth</cp:lastModifiedBy>
  <cp:revision>12</cp:revision>
  <dcterms:created xsi:type="dcterms:W3CDTF">2013-01-27T09:14:16Z</dcterms:created>
  <dcterms:modified xsi:type="dcterms:W3CDTF">2026-10-14T11:38:21Z</dcterms:modified>
  <cp:category/>
</cp:coreProperties>
</file>